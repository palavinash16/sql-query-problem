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7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0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1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48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7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5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2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2653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215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12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1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0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81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E-Commerce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158" y="1676400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sz="2400" dirty="0">
              <a:latin typeface="Californian FB" panose="0207040306080B030204" pitchFamily="18" charset="0"/>
            </a:endParaRP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 smtClean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Presented 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By: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Avinash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 Kumar Pal</a:t>
            </a: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Domain: Data Analytics</a:t>
            </a: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Tools Used: Python, SQL, Pandas,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Plotly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Matplotlib</a:t>
            </a:r>
            <a:endParaRPr sz="2400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 smtClean="0">
                <a:latin typeface="Rockwell Extra Bold" panose="02060903040505020403" pitchFamily="18" charset="0"/>
              </a:rPr>
              <a:t>Objective</a:t>
            </a:r>
            <a:r>
              <a:rPr lang="en-IN" dirty="0" smtClean="0">
                <a:latin typeface="Rockwell Extra Bold" panose="02060903040505020403" pitchFamily="18" charset="0"/>
              </a:rPr>
              <a:t> :</a:t>
            </a:r>
            <a:endParaRPr dirty="0">
              <a:latin typeface="Rockwell Extra Bold" panose="02060903040505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21353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objective of this project is to analyze e-commerce sales data to identify revenue trends, customer purchasing behavior, top-performing products, and profit-driving regions, in order to generate data-driven insights that support better business decision-making and improve overall sales performance.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Problem </a:t>
            </a:r>
            <a:r>
              <a:rPr dirty="0" smtClean="0">
                <a:latin typeface="Rockwell Extra Bold" panose="02060903040505020403" pitchFamily="18" charset="0"/>
              </a:rPr>
              <a:t>Statement</a:t>
            </a:r>
            <a:r>
              <a:rPr lang="en-IN" dirty="0" smtClean="0">
                <a:latin typeface="Rockwell Extra Bold" panose="02060903040505020403" pitchFamily="18" charset="0"/>
              </a:rPr>
              <a:t> :</a:t>
            </a:r>
            <a:endParaRPr dirty="0">
              <a:latin typeface="Rockwell Extra Bold" panose="02060903040505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448" y="1661885"/>
            <a:ext cx="8320116" cy="390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e-commerce company is generating strong sales but facing inconsistent profitability due to high discounts, loss-making products, and regional performance gaps. There is limited visibility into customer behavior and category-wise contribution. This project analyzes sales data to identify key issues and provide data-driven solutions to improve overall business performance.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Dataset &amp;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56280"/>
            <a:ext cx="10515600" cy="251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Dataset: Superstore E-Commerce Sales Dataset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Tools: Python, SQL, Pandas,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Plotly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EDA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Columns: Order Date, Sales, Profit, Discount, </a:t>
            </a: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 smtClean="0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Region, Customer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Exploratory Data Analysis (Key Insights)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2762" y="2526631"/>
            <a:ext cx="77498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Sales Trend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Seasonal spikes, overall upward trend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Category Analysis: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Technology highest revenue, Furniture lower profit margins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Regional Performance: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West highest sales, Central lower profitability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Profitability &amp; Discount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1447" y="1930400"/>
            <a:ext cx="10515600" cy="197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Higher discounts reduce profit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Some products sold at a loss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Overall profit margin calculated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Customer &amp;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612" y="1597162"/>
            <a:ext cx="85944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Top 10 customers contributed major </a:t>
            </a:r>
            <a:r>
              <a:rPr dirty="0" smtClean="0"/>
              <a:t>revenue</a:t>
            </a:r>
            <a:r>
              <a:rPr lang="en-IN" dirty="0" smtClean="0"/>
              <a:t>:</a:t>
            </a:r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Average Order Value measured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KPIs: Total Revenue, Total Profit, Profit Margin, Regional Contribution, Sales Growth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lang="en-US" sz="3200" dirty="0">
                <a:latin typeface="Rockwell Extra Bold" panose="02060903040505020403" pitchFamily="18" charset="0"/>
              </a:rPr>
              <a:t>Top 10 customers contributed major revenue:</a:t>
            </a:r>
            <a:endParaRPr lang="en-US" sz="3200" dirty="0">
              <a:latin typeface="Rockwell Extra Bold" panose="020609030405050204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54" y="2161309"/>
            <a:ext cx="4839855" cy="39774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22109" y="2161309"/>
            <a:ext cx="549563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top_customers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data</a:t>
            </a:r>
            <a:r>
              <a:rPr lang="en-US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groupby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("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Customer Name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")["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Sales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"]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sort_values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5370"/>
                </a:solidFill>
                <a:latin typeface="Consolas" panose="020B0609020204030204" pitchFamily="49" charset="0"/>
              </a:rPr>
              <a:t>ascending</a:t>
            </a:r>
            <a:r>
              <a:rPr lang="en-US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FF6233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78C6C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reset_index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SQL Query: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Select customer Name, sum(sales) as total sales from superstores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Group by 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C</a:t>
            </a: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ustomer Name 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order by total sales </a:t>
            </a:r>
            <a:r>
              <a:rPr lang="en-US" dirty="0" err="1" smtClean="0">
                <a:solidFill>
                  <a:srgbClr val="F0F0F0"/>
                </a:solidFill>
                <a:latin typeface="Consolas" panose="020B0609020204030204" pitchFamily="49" charset="0"/>
              </a:rPr>
              <a:t>desc</a:t>
            </a: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 limit 10;</a:t>
            </a:r>
          </a:p>
        </p:txBody>
      </p:sp>
    </p:spTree>
    <p:extLst>
      <p:ext uri="{BB962C8B-B14F-4D97-AF65-F5344CB8AC3E}">
        <p14:creationId xmlns:p14="http://schemas.microsoft.com/office/powerpoint/2010/main" val="289795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Solutions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158" y="2253916"/>
            <a:ext cx="10515600" cy="252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Optimize discount strategy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 on high-profit categories (Technology)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Improve operations in low-performing regions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Discontinue/reprice loss-making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544262" cy="320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analytics solves real-world business problems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Insights improve decision-making, profitability, and growth strategy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Closing Statement: “Data-Driven Decisions Lead to Business Growth”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KPIs: Total Revenue, Total Profit, Profit Margin, Regional Contribution, Sales Growth Rate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77158" y="2598003"/>
            <a:ext cx="48646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Total </a:t>
            </a:r>
            <a:r>
              <a:rPr lang="en-US" dirty="0" smtClean="0"/>
              <a:t>Revenue:   </a:t>
            </a:r>
            <a:r>
              <a:rPr lang="en-IN" dirty="0" smtClean="0"/>
              <a:t>2297200.8603000003</a:t>
            </a:r>
          </a:p>
          <a:p>
            <a:endParaRPr lang="en-IN" dirty="0" smtClean="0"/>
          </a:p>
          <a:p>
            <a:r>
              <a:rPr lang="en-US" dirty="0"/>
              <a:t>Total </a:t>
            </a:r>
            <a:r>
              <a:rPr lang="en-US" dirty="0" smtClean="0"/>
              <a:t>Profit: </a:t>
            </a:r>
            <a:r>
              <a:rPr lang="en-IN" dirty="0" smtClean="0"/>
              <a:t>286397.0217</a:t>
            </a:r>
          </a:p>
          <a:p>
            <a:endParaRPr lang="en-IN" dirty="0" smtClean="0"/>
          </a:p>
          <a:p>
            <a:r>
              <a:rPr lang="en-US" dirty="0"/>
              <a:t>Profit </a:t>
            </a:r>
            <a:r>
              <a:rPr lang="en-US" dirty="0" smtClean="0"/>
              <a:t>Margin:  </a:t>
            </a:r>
            <a:r>
              <a:rPr lang="en-IN" dirty="0"/>
              <a:t>12.47 %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Sales </a:t>
            </a:r>
            <a:r>
              <a:rPr lang="en-US" dirty="0"/>
              <a:t>Growth </a:t>
            </a:r>
            <a:r>
              <a:rPr lang="en-US" dirty="0" smtClean="0"/>
              <a:t>Rate: </a:t>
            </a:r>
            <a:r>
              <a:rPr lang="en-IN" b="1" dirty="0" smtClean="0"/>
              <a:t>+</a:t>
            </a:r>
            <a:r>
              <a:rPr lang="en-IN" b="1" dirty="0"/>
              <a:t>15% YoY</a:t>
            </a:r>
            <a:r>
              <a:rPr lang="en-IN" dirty="0"/>
              <a:t/>
            </a:r>
            <a:br>
              <a:rPr lang="en-IN" dirty="0"/>
            </a:br>
            <a:r>
              <a:rPr lang="en-IN" i="1" dirty="0"/>
              <a:t>Year-over-year growth</a:t>
            </a:r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983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504" y="2530764"/>
            <a:ext cx="8594429" cy="1320800"/>
          </a:xfrm>
        </p:spPr>
        <p:txBody>
          <a:bodyPr/>
          <a:lstStyle/>
          <a:p>
            <a:r>
              <a:rPr lang="en-IN" dirty="0" smtClean="0">
                <a:latin typeface="Rockwell Extra Bold" panose="02060903040505020403" pitchFamily="18" charset="0"/>
              </a:rPr>
              <a:t>THANK  YOU !!!</a:t>
            </a:r>
            <a:endParaRPr lang="en-IN" dirty="0"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54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</TotalTime>
  <Words>357</Words>
  <Application>Microsoft Office PowerPoint</Application>
  <PresentationFormat>Custom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Californian FB</vt:lpstr>
      <vt:lpstr>Consolas</vt:lpstr>
      <vt:lpstr>Rockwell Extra Bold</vt:lpstr>
      <vt:lpstr>Sans Serif Collection</vt:lpstr>
      <vt:lpstr>Trebuchet MS</vt:lpstr>
      <vt:lpstr>Wingdings 3</vt:lpstr>
      <vt:lpstr>Facet</vt:lpstr>
      <vt:lpstr>E-Commerce Sales Analysis</vt:lpstr>
      <vt:lpstr>Objective :</vt:lpstr>
      <vt:lpstr>Problem Statement :</vt:lpstr>
      <vt:lpstr>Dataset &amp; Tools Used</vt:lpstr>
      <vt:lpstr>Exploratory Data Analysis (Key Insights)</vt:lpstr>
      <vt:lpstr>Profitability &amp; Discount Analysis</vt:lpstr>
      <vt:lpstr>Customer &amp; Business Insights</vt:lpstr>
      <vt:lpstr>Top 10 customers contributed major revenue:</vt:lpstr>
      <vt:lpstr>Solutions &amp; Recommendations</vt:lpstr>
      <vt:lpstr>Conclusion</vt:lpstr>
      <vt:lpstr>KPIs: Total Revenue, Total Profit, Profit Margin, Regional Contribution, Sales Growth Rate</vt:lpstr>
      <vt:lpstr>THANK  YOU !!!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/>
  <dc:creator/>
  <cp:keywords/>
  <dc:description>generated using python-pptx</dc:description>
  <cp:lastModifiedBy>AVINASH KUMAR PAL</cp:lastModifiedBy>
  <cp:revision>11</cp:revision>
  <dcterms:created xsi:type="dcterms:W3CDTF">2013-01-27T09:14:16Z</dcterms:created>
  <dcterms:modified xsi:type="dcterms:W3CDTF">2026-02-25T10:30:51Z</dcterms:modified>
  <cp:category/>
</cp:coreProperties>
</file>